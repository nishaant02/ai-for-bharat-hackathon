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Suraksha-Flow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Auditor for Fraud Detection &amp; GST Compliance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Retail &amp; Commerce Track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Rising UPI fraud targeting SMEs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Mule account patterns draining funds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Complex GST filing process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affordable AI tools for small retailers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Real-time transaction monitoring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Mule account detection using ML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Fraud risk alerts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Auto-generated GST compliance reports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Upload POS/UPI logs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Feature extraction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ML fraud scoring (SageMaker)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Mule pattern detection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GST classification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AI-generated summary (Amazon Q)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Amazon SageMaker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Amazon Q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AWS Lambda + S3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React / Flutter Dashboard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Mule Detection Intelligence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Rapid in-out fund cycling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Micro-transaction spikes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Funnel-to-single-account behavior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Dormant account sudden activation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Protects millions of SMEs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Reduces fraud losses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Simplifies GST compliance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Improves financial transparency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Commerce for Every Small Business in India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